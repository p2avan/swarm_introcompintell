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5517CF1-160F-8841-BB1F-0E8FC0E35AA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EBE97-1D2E-4ECC-AC2D-6C6C4B4BB6F8}" v="1" dt="2025-11-12T23:28:37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51"/>
    <p:restoredTop sz="94649"/>
  </p:normalViewPr>
  <p:slideViewPr>
    <p:cSldViewPr snapToGrid="0" snapToObjects="1">
      <p:cViewPr varScale="1">
        <p:scale>
          <a:sx n="76" d="100"/>
          <a:sy n="76" d="100"/>
        </p:scale>
        <p:origin x="45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avan Patel" userId="0f7833f640ba0390" providerId="LiveId" clId="{396DA857-4F00-480B-9F30-CBF560ADA2DB}"/>
    <pc:docChg chg="undo custSel addSld delSld modSld modSection">
      <pc:chgData name="Paavan Patel" userId="0f7833f640ba0390" providerId="LiveId" clId="{396DA857-4F00-480B-9F30-CBF560ADA2DB}" dt="2025-11-12T23:50:45.577" v="1853" actId="47"/>
      <pc:docMkLst>
        <pc:docMk/>
      </pc:docMkLst>
      <pc:sldChg chg="modSp del mod">
        <pc:chgData name="Paavan Patel" userId="0f7833f640ba0390" providerId="LiveId" clId="{396DA857-4F00-480B-9F30-CBF560ADA2DB}" dt="2025-11-12T23:28:17.388" v="58" actId="47"/>
        <pc:sldMkLst>
          <pc:docMk/>
          <pc:sldMk cId="3776999064" sldId="257"/>
        </pc:sldMkLst>
      </pc:sldChg>
      <pc:sldChg chg="addSp delSp modSp mod">
        <pc:chgData name="Paavan Patel" userId="0f7833f640ba0390" providerId="LiveId" clId="{396DA857-4F00-480B-9F30-CBF560ADA2DB}" dt="2025-11-12T23:50:26.465" v="1852" actId="20577"/>
        <pc:sldMkLst>
          <pc:docMk/>
          <pc:sldMk cId="827242625" sldId="261"/>
        </pc:sldMkLst>
        <pc:spChg chg="del mod">
          <ac:chgData name="Paavan Patel" userId="0f7833f640ba0390" providerId="LiveId" clId="{396DA857-4F00-480B-9F30-CBF560ADA2DB}" dt="2025-11-12T23:28:37.465" v="61" actId="478"/>
          <ac:spMkLst>
            <pc:docMk/>
            <pc:sldMk cId="827242625" sldId="261"/>
            <ac:spMk id="2" creationId="{3BF4255E-64A8-CA44-B0C0-AFD0D76765D9}"/>
          </ac:spMkLst>
        </pc:spChg>
        <pc:spChg chg="del">
          <ac:chgData name="Paavan Patel" userId="0f7833f640ba0390" providerId="LiveId" clId="{396DA857-4F00-480B-9F30-CBF560ADA2DB}" dt="2025-11-12T23:28:33.311" v="59" actId="478"/>
          <ac:spMkLst>
            <pc:docMk/>
            <pc:sldMk cId="827242625" sldId="261"/>
            <ac:spMk id="3" creationId="{0FE771DD-84ED-6741-AB6D-3B3EDD5983C5}"/>
          </ac:spMkLst>
        </pc:spChg>
        <pc:spChg chg="add mod">
          <ac:chgData name="Paavan Patel" userId="0f7833f640ba0390" providerId="LiveId" clId="{396DA857-4F00-480B-9F30-CBF560ADA2DB}" dt="2025-11-12T23:29:41.200" v="200" actId="313"/>
          <ac:spMkLst>
            <pc:docMk/>
            <pc:sldMk cId="827242625" sldId="261"/>
            <ac:spMk id="4" creationId="{BCCD834B-DFB4-8BA2-6674-D4471E0703E5}"/>
          </ac:spMkLst>
        </pc:spChg>
        <pc:spChg chg="add mod">
          <ac:chgData name="Paavan Patel" userId="0f7833f640ba0390" providerId="LiveId" clId="{396DA857-4F00-480B-9F30-CBF560ADA2DB}" dt="2025-11-12T23:50:26.465" v="1852" actId="20577"/>
          <ac:spMkLst>
            <pc:docMk/>
            <pc:sldMk cId="827242625" sldId="261"/>
            <ac:spMk id="5" creationId="{A3C553B3-62AF-327E-1360-7EE8A3FA7ED8}"/>
          </ac:spMkLst>
        </pc:spChg>
      </pc:sldChg>
      <pc:sldChg chg="del">
        <pc:chgData name="Paavan Patel" userId="0f7833f640ba0390" providerId="LiveId" clId="{396DA857-4F00-480B-9F30-CBF560ADA2DB}" dt="2025-11-12T23:28:12.983" v="56" actId="47"/>
        <pc:sldMkLst>
          <pc:docMk/>
          <pc:sldMk cId="3813241684" sldId="262"/>
        </pc:sldMkLst>
      </pc:sldChg>
      <pc:sldChg chg="del">
        <pc:chgData name="Paavan Patel" userId="0f7833f640ba0390" providerId="LiveId" clId="{396DA857-4F00-480B-9F30-CBF560ADA2DB}" dt="2025-11-12T23:50:45.577" v="1853" actId="47"/>
        <pc:sldMkLst>
          <pc:docMk/>
          <pc:sldMk cId="366274869" sldId="263"/>
        </pc:sldMkLst>
      </pc:sldChg>
      <pc:sldChg chg="new del">
        <pc:chgData name="Paavan Patel" userId="0f7833f640ba0390" providerId="LiveId" clId="{396DA857-4F00-480B-9F30-CBF560ADA2DB}" dt="2025-11-12T23:28:14.358" v="57" actId="47"/>
        <pc:sldMkLst>
          <pc:docMk/>
          <pc:sldMk cId="174387792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704A96-59BE-8848-9EFC-C293D9AE41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13100" y="3306949"/>
            <a:ext cx="57658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1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ADEE4E-8735-154D-AFE3-A7B88E77D3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7615" y="5899686"/>
            <a:ext cx="3736770" cy="6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7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33906-9624-524A-A7FD-929CA4FC9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0229" y="5777654"/>
            <a:ext cx="3736770" cy="6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0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13245F-6349-CB47-9FEC-AD94DA37DA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41" y="6388925"/>
            <a:ext cx="1974843" cy="3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0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CD834B-DFB4-8BA2-6674-D4471E0703E5}"/>
              </a:ext>
            </a:extLst>
          </p:cNvPr>
          <p:cNvSpPr txBox="1">
            <a:spLocks/>
          </p:cNvSpPr>
          <p:nvPr/>
        </p:nvSpPr>
        <p:spPr>
          <a:xfrm>
            <a:off x="312998" y="358239"/>
            <a:ext cx="11133729" cy="6774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1E482A"/>
                </a:solidFill>
                <a:latin typeface="Calibri" charset="0"/>
                <a:ea typeface="Calibri" charset="0"/>
                <a:cs typeface="Calibri" charset="0"/>
              </a:rPr>
              <a:t>Swarm Simulation – Dolphins Hunting Fish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C553B3-62AF-327E-1360-7EE8A3FA7ED8}"/>
              </a:ext>
            </a:extLst>
          </p:cNvPr>
          <p:cNvSpPr txBox="1">
            <a:spLocks/>
          </p:cNvSpPr>
          <p:nvPr/>
        </p:nvSpPr>
        <p:spPr>
          <a:xfrm>
            <a:off x="312997" y="1167848"/>
            <a:ext cx="11730319" cy="38448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ea typeface="ＭＳ Ｐゴシック" charset="-128"/>
              </a:rPr>
              <a:t>The simulation setting is an 80x80 square ocean that wraps around the edges, so if an animal goes off the left edge it will come off the right edge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ea typeface="ＭＳ Ｐゴシック" charset="-128"/>
              </a:rPr>
              <a:t>100 fish and 15 dolphins are initiated at he beginning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000" dirty="0">
                <a:ea typeface="ＭＳ Ｐゴシック" charset="-128"/>
              </a:rPr>
              <a:t>Each of the animal types have a probability they will move and/or reproduce each step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ea typeface="ＭＳ Ｐゴシック" charset="-128"/>
              </a:rPr>
              <a:t>Dolphins also have other rules and probabilities that determine how they move that is not random which include: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000" dirty="0">
                <a:ea typeface="ＭＳ Ｐゴシック" charset="-128"/>
              </a:rPr>
              <a:t>Energy gain and cost for movement, reproduction, eating, and death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000" dirty="0">
                <a:ea typeface="ＭＳ Ｐゴシック" charset="-128"/>
              </a:rPr>
              <a:t>Visual radius to see fish and probability they will move near the closest fish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ea typeface="ＭＳ Ｐゴシック" charset="-128"/>
              </a:rPr>
              <a:t>As the dolphins eat groups of fish the fish begin the disperse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000" dirty="0">
                <a:ea typeface="ＭＳ Ｐゴシック" charset="-128"/>
              </a:rPr>
              <a:t>If one of the fish escapes, it repopulates and creates a new group of fish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000" dirty="0">
                <a:ea typeface="ＭＳ Ｐゴシック" charset="-128"/>
              </a:rPr>
              <a:t>If no fish escapes and eventually they all get eaten the dolphins will eventually run out of energy and die</a:t>
            </a:r>
          </a:p>
        </p:txBody>
      </p:sp>
    </p:spTree>
    <p:extLst>
      <p:ext uri="{BB962C8B-B14F-4D97-AF65-F5344CB8AC3E}">
        <p14:creationId xmlns:p14="http://schemas.microsoft.com/office/powerpoint/2010/main" val="8272426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ewBU_PPT_skyline_green" id="{08FC1250-25C8-5A41-ACC4-4EA742583348}" vid="{37A3679E-F4F7-8847-9C32-E6BD101B97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BU_Brand_PowerPoint_Skyline_Green (2)</Template>
  <TotalTime>23</TotalTime>
  <Words>157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Default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Paavan Patel</dc:creator>
  <cp:lastModifiedBy>Paavan Patel</cp:lastModifiedBy>
  <cp:revision>1</cp:revision>
  <dcterms:created xsi:type="dcterms:W3CDTF">2025-11-03T20:16:16Z</dcterms:created>
  <dcterms:modified xsi:type="dcterms:W3CDTF">2025-11-12T23:50:54Z</dcterms:modified>
</cp:coreProperties>
</file>